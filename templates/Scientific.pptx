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5" r:id="rId5"/>
    <p:sldId id="326" r:id="rId6"/>
    <p:sldId id="259" r:id="rId7"/>
    <p:sldId id="257" r:id="rId8"/>
    <p:sldId id="261" r:id="rId9"/>
    <p:sldId id="258" r:id="rId10"/>
    <p:sldId id="263" r:id="rId11"/>
    <p:sldId id="264" r:id="rId12"/>
    <p:sldId id="265" r:id="rId13"/>
    <p:sldId id="268" r:id="rId14"/>
    <p:sldId id="267" r:id="rId15"/>
    <p:sldId id="266" r:id="rId16"/>
    <p:sldId id="3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240" autoAdjust="0"/>
  </p:normalViewPr>
  <p:slideViewPr>
    <p:cSldViewPr snapToGrid="0">
      <p:cViewPr varScale="1">
        <p:scale>
          <a:sx n="96" d="100"/>
          <a:sy n="96" d="100"/>
        </p:scale>
        <p:origin x="255" y="90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5D50368-372D-4F79-95B9-B27BD239F0F6}">
      <dgm:prSet phldrT="[Text]" custT="1"/>
      <dgm:spPr/>
      <dgm:t>
        <a:bodyPr/>
        <a:lstStyle/>
        <a:p>
          <a:pPr marL="0" algn="ctr">
            <a:buNone/>
          </a:pPr>
          <a:r>
            <a:rPr lang="en-US" sz="1800" b="1" dirty="0"/>
            <a:t>Expand</a:t>
          </a:r>
        </a:p>
      </dgm:t>
    </dgm:pt>
    <dgm:pt modelId="{CDE1A78B-2AE4-4A71-9139-416C219BC84D}" type="parTrans" cxnId="{68788A78-9180-41FF-BD09-BF4DBB52EA0D}">
      <dgm:prSet/>
      <dgm:spPr/>
      <dgm:t>
        <a:bodyPr/>
        <a:lstStyle/>
        <a:p>
          <a:endParaRPr lang="en-US"/>
        </a:p>
      </dgm:t>
    </dgm:pt>
    <dgm:pt modelId="{508ABF25-4B40-405C-9E88-248ED8B31B83}" type="sibTrans" cxnId="{68788A78-9180-41FF-BD09-BF4DBB52EA0D}">
      <dgm:prSet/>
      <dgm:spPr/>
      <dgm:t>
        <a:bodyPr/>
        <a:lstStyle/>
        <a:p>
          <a:endParaRPr lang="en-US"/>
        </a:p>
      </dgm:t>
    </dgm:pt>
    <dgm:pt modelId="{15FCB7DF-D0D3-43D8-8FE5-E5FFDED6264E}">
      <dgm:prSet phldrT="[Text]" custT="1"/>
      <dgm:spPr/>
      <dgm:t>
        <a:bodyPr/>
        <a:lstStyle/>
        <a:p>
          <a:pPr marL="228600" indent="-228600" algn="ctr">
            <a:buSzPct val="80000"/>
            <a:buFont typeface="Courier New" panose="02070309020205020404" pitchFamily="49" charset="0"/>
            <a:buChar char="o"/>
          </a:pPr>
          <a:r>
            <a:rPr lang="en-US" sz="1800" dirty="0"/>
            <a:t>Foster collaborative growth</a:t>
          </a:r>
        </a:p>
      </dgm:t>
    </dgm:pt>
    <dgm:pt modelId="{5DD5E854-B70B-4927-93DD-9B930567F2D9}" type="parTrans" cxnId="{D8EBBD42-214D-4D3D-9A34-A5A6A40991CD}">
      <dgm:prSet/>
      <dgm:spPr/>
      <dgm:t>
        <a:bodyPr/>
        <a:lstStyle/>
        <a:p>
          <a:endParaRPr lang="en-US"/>
        </a:p>
      </dgm:t>
    </dgm:pt>
    <dgm:pt modelId="{DDE76206-3F7F-4788-87BA-8C9D4D26CDB9}" type="sibTrans" cxnId="{D8EBBD42-214D-4D3D-9A34-A5A6A40991CD}">
      <dgm:prSet/>
      <dgm:spPr/>
      <dgm:t>
        <a:bodyPr/>
        <a:lstStyle/>
        <a:p>
          <a:endParaRPr lang="en-US"/>
        </a:p>
      </dgm:t>
    </dgm:pt>
    <dgm:pt modelId="{196543C5-093B-4437-B406-DBE4B882EA97}">
      <dgm:prSet phldrT="[Text]" custT="1"/>
      <dgm:spPr/>
      <dgm:t>
        <a:bodyPr/>
        <a:lstStyle/>
        <a:p>
          <a:pPr marL="0" algn="ctr">
            <a:buNone/>
          </a:pPr>
          <a:r>
            <a:rPr lang="en-US" sz="1800" b="1" dirty="0"/>
            <a:t>Enhance</a:t>
          </a:r>
        </a:p>
      </dgm:t>
    </dgm:pt>
    <dgm:pt modelId="{41DE1F19-4A9F-48CD-A44E-6BF1D04E31EE}" type="parTrans" cxnId="{52499B9F-797A-43CC-89E1-64C52021BFAF}">
      <dgm:prSet/>
      <dgm:spPr/>
      <dgm:t>
        <a:bodyPr/>
        <a:lstStyle/>
        <a:p>
          <a:endParaRPr lang="en-US"/>
        </a:p>
      </dgm:t>
    </dgm:pt>
    <dgm:pt modelId="{F264F018-7FB9-43EC-B595-B986D351AD7B}" type="sibTrans" cxnId="{52499B9F-797A-43CC-89E1-64C52021BFAF}">
      <dgm:prSet/>
      <dgm:spPr/>
      <dgm:t>
        <a:bodyPr/>
        <a:lstStyle/>
        <a:p>
          <a:endParaRPr lang="en-US"/>
        </a:p>
      </dgm:t>
    </dgm:pt>
    <dgm:pt modelId="{C485168C-07AD-4DE6-B17E-1E96E93777D7}">
      <dgm:prSet phldrT="[Text]" custT="1"/>
      <dgm:spPr/>
      <dgm:t>
        <a:bodyPr/>
        <a:lstStyle/>
        <a:p>
          <a:pPr marL="228600" indent="-228600" algn="ctr">
            <a:buSzPct val="80000"/>
            <a:buFont typeface="Courier New" panose="02070309020205020404" pitchFamily="49" charset="0"/>
            <a:buChar char="o"/>
          </a:pPr>
          <a:r>
            <a:rPr lang="en-US" sz="1800" dirty="0"/>
            <a:t>Ensure a tailored and user-focused experience</a:t>
          </a:r>
        </a:p>
      </dgm:t>
    </dgm:pt>
    <dgm:pt modelId="{2EA2CE1F-978B-4B0A-92B2-CA23FBAEB8C0}" type="parTrans" cxnId="{B374803A-F1D8-4C12-8B03-25954CE7DDA9}">
      <dgm:prSet/>
      <dgm:spPr/>
      <dgm:t>
        <a:bodyPr/>
        <a:lstStyle/>
        <a:p>
          <a:endParaRPr lang="en-US"/>
        </a:p>
      </dgm:t>
    </dgm:pt>
    <dgm:pt modelId="{05F43B89-7F05-43F2-A0A8-66E0914D6EC4}" type="sibTrans" cxnId="{B374803A-F1D8-4C12-8B03-25954CE7DDA9}">
      <dgm:prSet/>
      <dgm:spPr/>
      <dgm:t>
        <a:bodyPr/>
        <a:lstStyle/>
        <a:p>
          <a:endParaRPr lang="en-US"/>
        </a:p>
      </dgm:t>
    </dgm:pt>
    <dgm:pt modelId="{CA2BABAF-EDAA-4496-8316-FD6EA3643E8F}">
      <dgm:prSet phldrT="[Text]" custT="1"/>
      <dgm:spPr/>
      <dgm:t>
        <a:bodyPr/>
        <a:lstStyle/>
        <a:p>
          <a:pPr marL="0" algn="ctr">
            <a:buNone/>
          </a:pPr>
          <a:r>
            <a:rPr lang="en-US" sz="1800" b="1" dirty="0"/>
            <a:t>Explore</a:t>
          </a:r>
        </a:p>
      </dgm:t>
    </dgm:pt>
    <dgm:pt modelId="{2B1B4805-2FB7-402F-86A8-587F29181C18}" type="parTrans" cxnId="{4011B082-09BD-4DD1-A54F-EA5AB249A3C2}">
      <dgm:prSet/>
      <dgm:spPr/>
      <dgm:t>
        <a:bodyPr/>
        <a:lstStyle/>
        <a:p>
          <a:endParaRPr lang="en-US"/>
        </a:p>
      </dgm:t>
    </dgm:pt>
    <dgm:pt modelId="{4498AB02-A1BF-4D28-8918-F87A89CEE23B}" type="sibTrans" cxnId="{4011B082-09BD-4DD1-A54F-EA5AB249A3C2}">
      <dgm:prSet/>
      <dgm:spPr/>
      <dgm:t>
        <a:bodyPr/>
        <a:lstStyle/>
        <a:p>
          <a:endParaRPr lang="en-US"/>
        </a:p>
      </dgm:t>
    </dgm:pt>
    <dgm:pt modelId="{ABC1EDDD-C08B-4F9C-8453-9CEFCC2AF319}">
      <dgm:prSet phldrT="[Text]" custT="1"/>
      <dgm:spPr/>
      <dgm:t>
        <a:bodyPr/>
        <a:lstStyle/>
        <a:p>
          <a:pPr marL="228600" indent="-228600" algn="ctr">
            <a:buSzPct val="80000"/>
            <a:buFont typeface="Courier New" panose="02070309020205020404" pitchFamily="49" charset="0"/>
            <a:buChar char="o"/>
          </a:pPr>
          <a:r>
            <a:rPr lang="en-US" sz="1800" dirty="0"/>
            <a:t>Capitalize on emerging global markets</a:t>
          </a:r>
        </a:p>
      </dgm:t>
    </dgm:pt>
    <dgm:pt modelId="{33D02404-349E-4E82-A8BA-C0A907006883}" type="parTrans" cxnId="{9C4BE375-6187-4BD4-A343-9FC71D796AF1}">
      <dgm:prSet/>
      <dgm:spPr/>
      <dgm:t>
        <a:bodyPr/>
        <a:lstStyle/>
        <a:p>
          <a:endParaRPr lang="en-US"/>
        </a:p>
      </dgm:t>
    </dgm:pt>
    <dgm:pt modelId="{7D85D88C-6545-49D9-9F9D-01270187B165}" type="sibTrans" cxnId="{9C4BE375-6187-4BD4-A343-9FC71D796AF1}">
      <dgm:prSet/>
      <dgm:spPr/>
      <dgm:t>
        <a:bodyPr/>
        <a:lstStyle/>
        <a:p>
          <a:endParaRPr lang="en-US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 custScaleX="76000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F12E74E0-3FC7-4399-A4D7-928B7B4EA7A0}" type="presOf" srcId="{15FCB7DF-D0D3-43D8-8FE5-E5FFDED6264E}" destId="{7103C4FE-7A4B-41EF-8814-669D0064B6EF}" srcOrd="0" destOrd="1" presId="urn:microsoft.com/office/officeart/2005/8/layout/hProcess11"/>
    <dgm:cxn modelId="{60BF31ED-B4A4-412E-B0A4-FCF5721F407F}" type="presOf" srcId="{C485168C-07AD-4DE6-B17E-1E96E93777D7}" destId="{C72ECC98-97C1-4FA6-9751-2F88545F8213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932497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355171" y="0"/>
          <a:ext cx="2221369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Expand</a:t>
          </a:r>
        </a:p>
        <a:p>
          <a:pPr marL="228600" lvl="1" indent="-22860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en-US" sz="1800" kern="1200" dirty="0"/>
            <a:t>Foster collaborative growth</a:t>
          </a:r>
        </a:p>
      </dsp:txBody>
      <dsp:txXfrm>
        <a:off x="355171" y="0"/>
        <a:ext cx="2221369" cy="1243330"/>
      </dsp:txXfrm>
    </dsp:sp>
    <dsp:sp modelId="{69242FCE-B1A3-4CB0-90C2-CB5EC309668C}">
      <dsp:nvSpPr>
        <dsp:cNvPr id="0" name=""/>
        <dsp:cNvSpPr/>
      </dsp:nvSpPr>
      <dsp:spPr>
        <a:xfrm>
          <a:off x="1310439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Enhance</a:t>
          </a:r>
        </a:p>
        <a:p>
          <a:pPr marL="228600" lvl="1" indent="-22860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en-US" sz="1800" kern="1200" dirty="0"/>
            <a:t>Ensure a tailored and user-focused experience</a:t>
          </a:r>
        </a:p>
      </dsp:txBody>
      <dsp:txXfrm>
        <a:off x="3073425" y="1864995"/>
        <a:ext cx="2922854" cy="1243330"/>
      </dsp:txXfrm>
    </dsp:sp>
    <dsp:sp modelId="{8A3CF5DF-2912-4784-8B16-20EF1087B16D}">
      <dsp:nvSpPr>
        <dsp:cNvPr id="0" name=""/>
        <dsp:cNvSpPr/>
      </dsp:nvSpPr>
      <dsp:spPr>
        <a:xfrm>
          <a:off x="4379436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Explore</a:t>
          </a:r>
        </a:p>
        <a:p>
          <a:pPr marL="228600" lvl="1" indent="-22860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en-US" sz="1800" kern="1200" dirty="0"/>
            <a:t>Capitalize on emerging global markets</a:t>
          </a:r>
        </a:p>
      </dsp:txBody>
      <dsp:txXfrm>
        <a:off x="6142422" y="0"/>
        <a:ext cx="2922854" cy="1243330"/>
      </dsp:txXfrm>
    </dsp:sp>
    <dsp:sp modelId="{AE8B9E76-450B-4587-ADD0-D709E0D11B62}">
      <dsp:nvSpPr>
        <dsp:cNvPr id="0" name=""/>
        <dsp:cNvSpPr/>
      </dsp:nvSpPr>
      <dsp:spPr>
        <a:xfrm>
          <a:off x="7448433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Scientific discovery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Aidyn Zhanbolat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 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Aiming to revolutionize industries through our forward-thinking solutions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  <a:noFill/>
        </p:spPr>
        <p:txBody>
          <a:bodyPr anchor="b" anchorCtr="0"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Combining functionality and user-friendliness, we empower users to streamline operations and boost efficiency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  <a:noFill/>
        </p:spPr>
        <p:txBody>
          <a:bodyPr/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Market overview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  <a:p>
            <a:r>
              <a:rPr lang="en-US" dirty="0"/>
              <a:t>Prioritizes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Need:</a:t>
            </a:r>
          </a:p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  <a:noFill/>
        </p:spPr>
        <p:txBody>
          <a:bodyPr anchor="t" anchorCtr="0"/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>
            <a:noAutofit/>
          </a:bodyPr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5" name="Content Placeholder 4" descr="Basic timeline SmartArt graphic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3408372"/>
              </p:ext>
            </p:extLst>
          </p:nvPr>
        </p:nvGraphicFramePr>
        <p:xfrm>
          <a:off x="1279525" y="3173413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Traction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B20B0B18-4396-F037-6C24-F75EAFC0EC9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0461082"/>
              </p:ext>
            </p:extLst>
          </p:nvPr>
        </p:nvGraphicFramePr>
        <p:xfrm>
          <a:off x="6227763" y="2378075"/>
          <a:ext cx="4645024" cy="342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49815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295209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Milestone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Quarter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 user milestone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Strategic partnership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Campaign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4512839"/>
              </p:ext>
            </p:extLst>
          </p:nvPr>
        </p:nvGraphicFramePr>
        <p:xfrm>
          <a:off x="1279525" y="2378075"/>
          <a:ext cx="9620248" cy="342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05062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Revenue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Expenses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Net profit ($)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r>
              <a:rPr lang="en-US" dirty="0"/>
              <a:t>With this product, Adatum Corporation is positioned for success in the dynamic market. </a:t>
            </a:r>
          </a:p>
          <a:p>
            <a:r>
              <a:rPr lang="en-US" dirty="0"/>
              <a:t>With a focus on innovation, user experience, and strategic growth, we anticipate reaching new heights in the coming year.</a:t>
            </a:r>
          </a:p>
          <a:p>
            <a:r>
              <a:rPr lang="en-US" dirty="0"/>
              <a:t>Our commitment to user satisfaction underscores every aspect of our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Aidyn zhanbolat | Aidyn@adatum.com | www.adatum.com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{962058C3-782D-466B-A520-99E977218195}tf67061901_win32</Template>
  <TotalTime>0</TotalTime>
  <Words>318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Daytona Condensed Light</vt:lpstr>
      <vt:lpstr>Posterama</vt:lpstr>
      <vt:lpstr>Custom</vt:lpstr>
      <vt:lpstr>Scientific discovery</vt:lpstr>
      <vt:lpstr>agenda</vt:lpstr>
      <vt:lpstr>About us</vt:lpstr>
      <vt:lpstr>Product overview</vt:lpstr>
      <vt:lpstr>Product benefits</vt:lpstr>
      <vt:lpstr>Market overview</vt:lpstr>
      <vt:lpstr>market comparison</vt:lpstr>
      <vt:lpstr>Competitive landscape</vt:lpstr>
      <vt:lpstr>Growth strategy</vt:lpstr>
      <vt:lpstr>Traction</vt:lpstr>
      <vt:lpstr>Financials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Rihan Akhtar</dc:creator>
  <cp:lastModifiedBy>Rihan Akhtar</cp:lastModifiedBy>
  <cp:revision>1</cp:revision>
  <dcterms:created xsi:type="dcterms:W3CDTF">2025-11-22T18:59:21Z</dcterms:created>
  <dcterms:modified xsi:type="dcterms:W3CDTF">2025-11-22T18:59:47Z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